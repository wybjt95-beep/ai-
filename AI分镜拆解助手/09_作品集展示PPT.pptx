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a0c22dd164c31" /><Relationship Type="http://schemas.openxmlformats.org/officeDocument/2006/relationships/extended-properties" Target="/docProps/app.xml" Id="Rda019dbae82447d4" /><Relationship Type="http://schemas.openxmlformats.org/officeDocument/2006/relationships/officeDocument" Target="/ppt/presentation.xml" Id="R42c894859409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0a973a2485483d"/>
  </p:sldMasterIdLst>
  <p:notesMasterIdLst>
    <p:notesMasterId xmlns:r="http://schemas.openxmlformats.org/officeDocument/2006/relationships" r:id="Rbb19fe9887564e03"/>
  </p:notesMasterIdLst>
  <p:sldIdLst>
    <p:sldId xmlns:r="http://schemas.openxmlformats.org/officeDocument/2006/relationships" id="256" r:id="R28f812f7967f43b9"/>
    <p:sldId xmlns:r="http://schemas.openxmlformats.org/officeDocument/2006/relationships" id="257" r:id="Rf10bca74f6c544a2"/>
    <p:sldId xmlns:r="http://schemas.openxmlformats.org/officeDocument/2006/relationships" id="258" r:id="Rb2bcc9e3d69c4857"/>
    <p:sldId xmlns:r="http://schemas.openxmlformats.org/officeDocument/2006/relationships" id="259" r:id="R888fefe892044efe"/>
    <p:sldId xmlns:r="http://schemas.openxmlformats.org/officeDocument/2006/relationships" id="260" r:id="R0c16545d27744891"/>
    <p:sldId xmlns:r="http://schemas.openxmlformats.org/officeDocument/2006/relationships" id="261" r:id="Re52f7f7c96384ccd"/>
    <p:sldId xmlns:r="http://schemas.openxmlformats.org/officeDocument/2006/relationships" id="262" r:id="R6e10a0a9a3c544f8"/>
    <p:sldId xmlns:r="http://schemas.openxmlformats.org/officeDocument/2006/relationships" id="263" r:id="Re9598e5669464798"/>
    <p:sldId xmlns:r="http://schemas.openxmlformats.org/officeDocument/2006/relationships" id="264" r:id="Rac90d346c8d24f2c"/>
    <p:sldId xmlns:r="http://schemas.openxmlformats.org/officeDocument/2006/relationships" id="265" r:id="R7d3c31055c524b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926846bd344fd" /><Relationship Type="http://schemas.openxmlformats.org/officeDocument/2006/relationships/slideMaster" Target="/ppt/slideMasters/slideMaster1.xml" Id="Raa0a973a2485483d" /><Relationship Type="http://schemas.openxmlformats.org/officeDocument/2006/relationships/notesMaster" Target="/ppt/notesMasters/notesMaster1.xml" Id="Rbb19fe9887564e03" /><Relationship Type="http://schemas.openxmlformats.org/officeDocument/2006/relationships/presProps" Target="/ppt/presProps.xml" Id="Raad88f819a7546b1" /><Relationship Type="http://schemas.openxmlformats.org/officeDocument/2006/relationships/tableStyles" Target="/ppt/tableStyles.xml" Id="R190a2d83cd664dc8" /><Relationship Type="http://schemas.openxmlformats.org/officeDocument/2006/relationships/slide" Target="/ppt/slides/slide1.xml" Id="R28f812f7967f43b9" /><Relationship Type="http://schemas.openxmlformats.org/officeDocument/2006/relationships/slide" Target="/ppt/slides/slide2.xml" Id="Rf10bca74f6c544a2" /><Relationship Type="http://schemas.openxmlformats.org/officeDocument/2006/relationships/slide" Target="/ppt/slides/slide3.xml" Id="Rb2bcc9e3d69c4857" /><Relationship Type="http://schemas.openxmlformats.org/officeDocument/2006/relationships/slide" Target="/ppt/slides/slide4.xml" Id="R888fefe892044efe" /><Relationship Type="http://schemas.openxmlformats.org/officeDocument/2006/relationships/slide" Target="/ppt/slides/slide5.xml" Id="R0c16545d27744891" /><Relationship Type="http://schemas.openxmlformats.org/officeDocument/2006/relationships/slide" Target="/ppt/slides/slide6.xml" Id="Re52f7f7c96384ccd" /><Relationship Type="http://schemas.openxmlformats.org/officeDocument/2006/relationships/slide" Target="/ppt/slides/slide7.xml" Id="R6e10a0a9a3c544f8" /><Relationship Type="http://schemas.openxmlformats.org/officeDocument/2006/relationships/slide" Target="/ppt/slides/slide8.xml" Id="Re9598e5669464798" /><Relationship Type="http://schemas.openxmlformats.org/officeDocument/2006/relationships/slide" Target="/ppt/slides/slide9.xml" Id="Rac90d346c8d24f2c" /><Relationship Type="http://schemas.openxmlformats.org/officeDocument/2006/relationships/slide" Target="/ppt/slides/slide10.xml" Id="R7d3c31055c52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f22774b8cb49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323b19eb54d15" /><Relationship Type="http://schemas.openxmlformats.org/officeDocument/2006/relationships/notesMaster" Target="/ppt/notesMasters/notesMaster1.xml" Id="Rf352b64e15be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d953d57484b99" /><Relationship Type="http://schemas.openxmlformats.org/officeDocument/2006/relationships/notesMaster" Target="/ppt/notesMasters/notesMaster1.xml" Id="R1d702482d310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e52c78e6264f3c" /><Relationship Type="http://schemas.openxmlformats.org/officeDocument/2006/relationships/notesMaster" Target="/ppt/notesMasters/notesMaster1.xml" Id="Ra0e19ed05225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a0b521aea4abd" /><Relationship Type="http://schemas.openxmlformats.org/officeDocument/2006/relationships/notesMaster" Target="/ppt/notesMasters/notesMaster1.xml" Id="R02309f2ca289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a8ddbbbb28442b" /><Relationship Type="http://schemas.openxmlformats.org/officeDocument/2006/relationships/notesMaster" Target="/ppt/notesMasters/notesMaster1.xml" Id="Rdd46d64364c948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7b423050d54a1d" /><Relationship Type="http://schemas.openxmlformats.org/officeDocument/2006/relationships/notesMaster" Target="/ppt/notesMasters/notesMaster1.xml" Id="R0823634a21c24d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44bacef3c343f8" /><Relationship Type="http://schemas.openxmlformats.org/officeDocument/2006/relationships/notesMaster" Target="/ppt/notesMasters/notesMaster1.xml" Id="R4d58c88d02ef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d3b3901b4a4830" /><Relationship Type="http://schemas.openxmlformats.org/officeDocument/2006/relationships/notesMaster" Target="/ppt/notesMasters/notesMaster1.xml" Id="R96320ea3a13246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4df9c0a5b84106" /><Relationship Type="http://schemas.openxmlformats.org/officeDocument/2006/relationships/notesMaster" Target="/ppt/notesMasters/notesMaster1.xml" Id="R29cee147a10149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3316bda98f4b75" /><Relationship Type="http://schemas.openxmlformats.org/officeDocument/2006/relationships/notesMaster" Target="/ppt/notesMasters/notesMaster1.xml" Id="R1e67e07d2dd1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acc1b674449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b43010081e4ed7" /><Relationship Type="http://schemas.openxmlformats.org/officeDocument/2006/relationships/slideLayout" Target="/ppt/slideLayouts/slideLayout1.xml" Id="R6ac4c17ed689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4c17ed689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e7129ea214544" /><Relationship Type="http://schemas.openxmlformats.org/officeDocument/2006/relationships/image" Target="/ppt/media/image.png" Id="Rba02759802c14bfb" /><Relationship Type="http://schemas.openxmlformats.org/officeDocument/2006/relationships/notesSlide" Target="/ppt/notesSlides/notesSlide1.xml" Id="R8ed87f83f46542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3849a2d7d4e41" /><Relationship Type="http://schemas.openxmlformats.org/officeDocument/2006/relationships/notesSlide" Target="/ppt/notesSlides/notesSlide2.xml" Id="R482443e9f5d94c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527c5764840b5" /><Relationship Type="http://schemas.openxmlformats.org/officeDocument/2006/relationships/notesSlide" Target="/ppt/notesSlides/notesSlide3.xml" Id="R54855ab8620840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c773aa21748d0" /><Relationship Type="http://schemas.openxmlformats.org/officeDocument/2006/relationships/notesSlide" Target="/ppt/notesSlides/notesSlide4.xml" Id="R5cd73e297a6d48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007263c2147ca" /><Relationship Type="http://schemas.openxmlformats.org/officeDocument/2006/relationships/image" Target="/ppt/media/image2.png" Id="Rd7492f950952435f" /><Relationship Type="http://schemas.openxmlformats.org/officeDocument/2006/relationships/image" Target="/ppt/media/image3.png" Id="Rf4f972f33a7b4942" /><Relationship Type="http://schemas.openxmlformats.org/officeDocument/2006/relationships/notesSlide" Target="/ppt/notesSlides/notesSlide5.xml" Id="Raa35ea01231549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312914c71423d" /><Relationship Type="http://schemas.openxmlformats.org/officeDocument/2006/relationships/image" Target="/ppt/media/image4.png" Id="Rbb909c7788b24f15" /><Relationship Type="http://schemas.openxmlformats.org/officeDocument/2006/relationships/notesSlide" Target="/ppt/notesSlides/notesSlide6.xml" Id="R6813f9a98e344f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a1edc0d304bc8" /><Relationship Type="http://schemas.openxmlformats.org/officeDocument/2006/relationships/image" Target="/ppt/media/image5.png" Id="Raaa86fe816c44702" /><Relationship Type="http://schemas.openxmlformats.org/officeDocument/2006/relationships/notesSlide" Target="/ppt/notesSlides/notesSlide7.xml" Id="Redbf94316cad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77b3d70294e4d" /><Relationship Type="http://schemas.openxmlformats.org/officeDocument/2006/relationships/image" Target="/ppt/media/image6.png" Id="Rde20e162ac604392" /><Relationship Type="http://schemas.openxmlformats.org/officeDocument/2006/relationships/notesSlide" Target="/ppt/notesSlides/notesSlide8.xml" Id="R0e8d2aecc9bf42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63080ce4494a" /><Relationship Type="http://schemas.openxmlformats.org/officeDocument/2006/relationships/notesSlide" Target="/ppt/notesSlides/notesSlide9.xml" Id="Rdcf6d112796d48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6499dd4584ed5" /><Relationship Type="http://schemas.openxmlformats.org/officeDocument/2006/relationships/notesSlide" Target="/ppt/notesSlides/notesSlide10.xml" Id="R03dd41e2c0d6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17BFC-68F0-45BD-B736-91A707FA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CFF"/>
                </a:solidFill>
              </a:defRPr>
            </a:pPr>
            <a:r>
              <a:rPr sz="1800" b="1">
                <a:solidFill>
                  <a:srgbClr val="215CFF"/>
                </a:solidFill>
              </a:rPr>
              <a:t>AI分镜拆解助手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FDA31-B524-4A0B-AB97-F7DAF99B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</a:defRPr>
            </a:pPr>
            <a:r>
              <a:rPr sz="4650" b="1">
                <a:solidFill>
                  <a:srgbClr val="101828"/>
                </a:solidFill>
              </a:rPr>
              <a:t>最终版落地方案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FA0D8-02CC-48AD-9BE6-A09E723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面向内容制作团队的脚本拆解、分镜确认与分镜图协作工具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4E550-34E9-4EC7-BDE8-544CBD9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3810000" cy="4476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2759802c14bfb"/>
          <a:stretch xmlns:a="http://schemas.openxmlformats.org/drawingml/2006/main"/>
        </p:blipFill>
        <p:spPr>
          <a:xfrm xmlns:a="http://schemas.openxmlformats.org/drawingml/2006/main">
            <a:off x="7958113" y="1066800"/>
            <a:ext cx="2371774" cy="295275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013FA-3B6A-4EC2-9301-BF0C395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先确认分镜，再生成分镜图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C082-B21F-421F-81D6-9CA2BF9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57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支持火柴人、线稿、写实版；每条分镜可选上传参考图。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70D24-E163-4C3F-B7B2-5A5F535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封面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5DD26-EEE9-4350-ABEA-86C4B97F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7050222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C8517-4492-4551-BE56-3CB420A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PROJECT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AC47B-CD16-4578-9137-B19C39AC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编导脚本和 AI 制作之间缺少结构化桥梁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313F6-5F56-43E3-B6D5-A06A440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最终版不再把提示词作为主流程，而是聚焦可确认分镜和视觉参考。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B714E-4E45-47C1-AEEA-2A536CAD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脚本偏创意表达，AI 制作需要结构化字段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现有 AI 分镜容易平庸，缺少能启发编导的画面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AIGC 制作人员需要明确人物、场景、道具、产品和时间段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参考图可以让单个镜头更容易被理解和复现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CA01-D3A8-4EF0-8788-7C046916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66800"/>
            <a:ext cx="3714750" cy="3695700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02C11-4798-4B7F-B1FC-962C855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5CFF"/>
                </a:solidFill>
              </a:defRPr>
            </a:pPr>
            <a:r>
              <a:rPr sz="2250" b="1">
                <a:solidFill>
                  <a:srgbClr val="215CFF"/>
                </a:solidFill>
              </a:rPr>
              <a:t>最终版产品判断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292EC-017B-42A4-80A5-01027BA1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AI 不直接替代编导，而是提供可编辑、可确认、可讨论的分镜草图和视觉参考。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3731A-63CB-446D-824D-6551D56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项目背景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C60BB-50BD-4819-AEF3-7F2111B4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2014071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DB2245-6542-4747-84A9-0BD56331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USERS &amp; PAINS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EA979-B104-4061-87FA-488869FF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四类用户围绕同一张确认分镜协作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F8423-F228-49E2-BEBF-F3FC500C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990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542D9-C39B-48D8-A976-6BEA0AAE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编导/策划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3905-5786-40FC-B03D-AA3C576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6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需要创意参考，但不能被 AI 误导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216B5-B6B1-41F3-9F2C-108216B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990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B6876-9694-425F-BC34-E4AEEB02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AIGC制作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7F525-2099-485A-8ABD-C1DFCC65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需要标准字段和参考图减少反复确认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FD927-C4F0-45B5-8B14-031BEF6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90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F329C-C8A7-4EC6-98F5-CB00187B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项目经理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244EA-C799-421C-8730-2C0C58A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需要确认状态和导出表控制进度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587DC-58BB-4FA3-910F-3D5787F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990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E6BC0-3715-482A-8D12-EBE24C49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后期人员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77FF2-D95A-48E4-94BB-EEE7EDA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52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需要镜头顺序、时长、台词和旁白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E7AA0-3C97-4128-BC81-93F8617A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目标用户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BE514-33FD-455D-8166-490C3C15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7663521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B5B7A-5B21-45E9-87DA-E3C3AD1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CORE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A7D51-40B8-47AC-A807-8C933DF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最终版核心流程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E1AE2-917D-4BA1-9451-69A3B01A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项目看板到分镜图输出，形成轻量闭环。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A8F91-8285-474D-BA38-5D6CF6A3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CFFC3-09E2-4AAA-96AF-D2336E1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6BD35-A9AD-46C1-90D0-A5B00A0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项目看板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93D91-2B5F-4CFE-A813-B47D5BB2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48394-2683-4C81-B2BC-B569371B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089E7-739D-4BA2-AA7F-D2A779E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新建项目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1A716-2D26-4CD7-879A-AE9F050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0A16A-7FAC-4871-BC5A-3660DA6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F15BB-E629-4244-84B5-1D1F684D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导入脚本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A10D2-29B3-4AEF-9B9E-6A441C4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F2F67-0C99-4BED-8264-D6AD1059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357B0-E56C-4934-8BB0-A0AC84A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剧本分析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A059D-9B92-4754-A238-2B385A2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1C524-46FD-4E7D-94E4-BD0DE50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2DB6F-243D-4014-B1E9-7F0A9AE6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分镜确认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A90D4-EB83-4794-8F0D-29AC30E4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6E482-7E1E-4B76-8CD6-A54B7E0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168FC-2628-4C78-928D-D9F42E4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上传参考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8AE83-4314-4866-A9FF-8F8B359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40A43-0563-410D-94E4-D1B9787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3D264-9E66-4F06-83E6-8194A0E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生成图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6D2ED-FBDB-4DDD-94F7-E67AED8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4E4A4-1D98-4A12-BFAC-7600AC8D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CFF"/>
                </a:solidFill>
              </a:defRPr>
            </a:pPr>
            <a:r>
              <a:rPr sz="1350" b="1">
                <a:solidFill>
                  <a:srgbClr val="215CFF"/>
                </a:solidFill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1AE5E-92D0-466C-A5ED-0BE2C85F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导出交付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6ADAF-8BEB-49FD-AA0A-EB72E62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核心流程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64DD6-CC91-4E1E-8A8D-141CA66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770243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DB4F7-A6E0-407A-A27C-23D6DBC5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PROJECT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63DA9-8A33-4D39-8819-BEC736B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首页保留项目看板和平台级 API 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2017B-6E94-4B9B-8974-278553EA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API 接入不放在项目里，避免密钥和项目资料混在一起。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92f950952435f"/>
          <a:stretch xmlns:a="http://schemas.openxmlformats.org/drawingml/2006/main"/>
        </p:blipFill>
        <p:spPr>
          <a:xfrm xmlns:a="http://schemas.openxmlformats.org/drawingml/2006/main">
            <a:off x="6191250" y="1833154"/>
            <a:ext cx="4953000" cy="1153341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972f33a7b4942"/>
          <a:stretch xmlns:a="http://schemas.openxmlformats.org/drawingml/2006/main"/>
        </p:blipFill>
        <p:spPr>
          <a:xfrm xmlns:a="http://schemas.openxmlformats.org/drawingml/2006/main">
            <a:off x="6191250" y="4096294"/>
            <a:ext cx="4953000" cy="856161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43763-D493-4C37-BA4C-6981413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572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新建项目支持建议项和手动输入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时长可自定义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目标平台、画幅比例、风格可先粗填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API 设置是平台级入口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0DA56-5783-4FBD-8A42-513CB965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项目看板与新建项目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3F12-EEE0-413C-831A-D82E8AC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1764506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CB10D2-D3BF-4853-8B66-1F4D776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SCRIPT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896D9-93F3-4149-8C9B-342F42F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剧本分析必须可编辑，不能直接相信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D3709-D529-4471-A399-6B7CAA5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人物、场景、道具、产品可能有多个，台词和旁白需要判断是否保留。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09c7788b24f15"/>
          <a:stretch xmlns:a="http://schemas.openxmlformats.org/drawingml/2006/main"/>
        </p:blipFill>
        <p:spPr>
          <a:xfrm xmlns:a="http://schemas.openxmlformats.org/drawingml/2006/main">
            <a:off x="6096000" y="1639349"/>
            <a:ext cx="5143500" cy="2798253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6FE57-D84B-4B42-A335-E64EDCF3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识别人物、产品、地点场景、道具、时间段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台词/旁白可选择是否带入分镜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分析结果连接到分镜确认台作为可选项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识别错误时可直接修改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90419-9FD7-4BFA-BE10-F3C3114F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剧本分析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88180-EC10-495B-B343-F27AB8E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8993261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E0E303-290C-4F2A-A52A-12649EBC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STORYBOARD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1487C-DE2A-4D66-8F42-5B66C74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分镜确认台按信息层级重排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512FD-2222-4345-ADA1-C182ACF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先确认镜头，再生成图，避免把未确认内容推到制作环节。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6fe816c44702"/>
          <a:stretch xmlns:a="http://schemas.openxmlformats.org/drawingml/2006/main"/>
        </p:blipFill>
        <p:spPr>
          <a:xfrm xmlns:a="http://schemas.openxmlformats.org/drawingml/2006/main">
            <a:off x="6620406" y="838200"/>
            <a:ext cx="3904189" cy="51435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48AE5-9F1B-4D79-A94E-EA21FE58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4572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景别、时长、运镜固定一行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人物、场景、道具、产品、时间段固定一行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台词和旁白用长条输入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整体色调和整体风格可自填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BF6B3-64FF-49BB-9C6E-6EA354D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分镜确认台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60F43-D50E-43F6-9CEE-E57FE2FA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13580221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9D4A4-BD94-4051-A757-6F87307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REFERENCE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B58D7-50CF-4E89-941C-DA9E4003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每条分镜可选上传参考图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D2DE9-41B6-4B17-BAF2-258C57F9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回应“AI 分镜太平庸”的反馈，让生成结果至少有可讨论的视觉方向。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0e162ac604392"/>
          <a:stretch xmlns:a="http://schemas.openxmlformats.org/drawingml/2006/main"/>
        </p:blipFill>
        <p:spPr>
          <a:xfrm xmlns:a="http://schemas.openxmlformats.org/drawingml/2006/main">
            <a:off x="7022810" y="1047750"/>
            <a:ext cx="3289880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F6D2B-DC55-4BFC-BDA1-3371F28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参考图可选，不上传也能继续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上传后绑定到单条镜头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生成图显示参考图状态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• 支持火柴人、线稿、写实版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6EBC8-E81D-48EA-9228-ED13B1C2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参考图与分镜图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96E2C-4493-4A8D-B003-BFA2551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12532685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EF24FB-B2D1-4E8D-92BD-2336DE3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F5BD-B8CE-49A0-8B68-B7367EE1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第一版只验证最核心的协作链路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8537-D738-4BE1-AA76-FE3EA10B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• 做：项目看板、脚本导入、剧本分析可编辑、分镜确认、参考图上传、分镜图生成、分镜表导出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• 不做：完整视频生成、客户在线审批、复杂权限、报价系统、多模型调度</a:t>
            </a:r>
          </a:p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• 核心指标：脚本到可确认分镜及视觉参考的平均耗时降低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EC485-1F74-4220-8A6B-1C025AE5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MVP 功能边界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F8612-F51F-4AF1-A486-99DAE243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17950304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F780-3563-4D75-8E91-64DEBAF0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5CFF"/>
                </a:solidFill>
              </a:defRPr>
            </a:pPr>
            <a:r>
              <a:rPr sz="1275" b="1">
                <a:solidFill>
                  <a:srgbClr val="215CFF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D5AC-80AE-4D35-9117-77290EB3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最终版可以这样讲给面试官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5CC9C-074C-48C5-BD20-E59A36C5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• 我不是单纯做一个 AI 生成器，而是在解决编导和 AIGC 制作之间的协作问题。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• 最终版把主流程收敛为：剧本分析可编辑、分镜确认、参考图上传、生成分镜图。</a:t>
            </a:r>
          </a:p>
          <a:p xmlns:a="http://schemas.openxmlformats.org/drawingml/2006/main">
            <a:pPr algn="l">
              <a:defRPr sz="1875" b="0">
                <a:solidFill>
                  <a:srgbClr val="101828"/>
                </a:solidFill>
              </a:defRPr>
            </a:pPr>
            <a:r>
              <a:rPr sz="1875" b="0">
                <a:solidFill>
                  <a:srgbClr val="101828"/>
                </a:solidFill>
              </a:rPr>
              <a:t>• 它不虚构真实数据，也不使用真实客户项目，重点展示需求拆解、产品运营、测试验收和保密意识。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5494-578F-4A79-9E91-18D043D3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27850-5673-4E87-98B8-A20603F4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AI分镜拆解助手 / 最终版作品集</a:t>
            </a:r>
          </a:p>
        </p:txBody>
      </p:sp>
    </p:spTree>
    <p:extLst>
      <p:ext uri="{BB962C8B-B14F-4D97-AF65-F5344CB8AC3E}">
        <p14:creationId xmlns:p14="http://schemas.microsoft.com/office/powerpoint/2010/main" val="99434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2026-07-16T03:03:12.5990000Z</dcterms:created>
  <dcterms:modified xsi:type="dcterms:W3CDTF">2026-07-16T03:03:12.5990000Z</dcterms:modified>
</coreProperties>
</file>